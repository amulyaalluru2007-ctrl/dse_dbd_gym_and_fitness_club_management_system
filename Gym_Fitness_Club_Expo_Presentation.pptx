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4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961120" y="731520"/>
            <a:ext cx="502920" cy="5394960"/>
          </a:xfrm>
          <a:prstGeom prst="roundRect">
            <a:avLst/>
          </a:prstGeom>
          <a:solidFill>
            <a:srgbClr val="27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738360" y="731520"/>
            <a:ext cx="502920" cy="5394960"/>
          </a:xfrm>
          <a:prstGeom prst="roundRect">
            <a:avLst/>
          </a:prstGeom>
          <a:solidFill>
            <a:srgbClr val="3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515600" y="731520"/>
            <a:ext cx="502920" cy="5394960"/>
          </a:xfrm>
          <a:prstGeom prst="roundRect">
            <a:avLst/>
          </a:prstGeom>
          <a:solidFill>
            <a:srgbClr val="32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7955279" cy="14173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t>GYM &amp; FITNESS CLUB</a:t>
            </a:r>
            <a:br/>
            <a:r>
              <a:t>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880360"/>
            <a:ext cx="7223760" cy="7315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800">
                <a:solidFill>
                  <a:srgbClr val="CDDCEE"/>
                </a:solidFill>
              </a:defRPr>
            </a:pPr>
            <a:r>
              <a:t>A centralized digital platform for smarter fitness-club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5074920"/>
            <a:ext cx="7680960" cy="81047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150">
                <a:solidFill>
                  <a:srgbClr val="B4C6DC"/>
                </a:solidFill>
              </a:defRPr>
            </a:pPr>
            <a:r>
              <a:rPr lang="en-IN" dirty="0"/>
              <a:t>2520030003-K.Bhavana</a:t>
            </a:r>
          </a:p>
          <a:p>
            <a:pPr>
              <a:defRPr sz="1150">
                <a:solidFill>
                  <a:srgbClr val="B4C6DC"/>
                </a:solidFill>
              </a:defRPr>
            </a:pPr>
            <a:r>
              <a:rPr lang="en-IN" dirty="0"/>
              <a:t>2520030032-A.Amulya</a:t>
            </a:r>
          </a:p>
          <a:p>
            <a:pPr>
              <a:defRPr sz="1150">
                <a:solidFill>
                  <a:srgbClr val="B4C6DC"/>
                </a:solidFill>
              </a:defRPr>
            </a:pPr>
            <a:r>
              <a:rPr lang="en-IN" dirty="0"/>
              <a:t>2520030124-M.Nihal</a:t>
            </a:r>
          </a:p>
          <a:p>
            <a:pPr>
              <a:defRPr sz="1150">
                <a:solidFill>
                  <a:srgbClr val="B4C6DC"/>
                </a:solidFill>
              </a:defRPr>
            </a:pPr>
            <a:r>
              <a:rPr dirty="0"/>
              <a:t>Department of Computer Science and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Gym &amp; Fitness Club Management System   •   Expo Presentation   •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881360" cy="59436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2800" b="1">
                <a:solidFill>
                  <a:srgbClr val="0F1B2D"/>
                </a:solidFill>
              </a:defRPr>
            </a:pPr>
            <a:r>
              <a:t>01  | 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698480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What the system brings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3949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4008" cy="4297680"/>
          </a:xfrm>
          <a:prstGeom prst="rect">
            <a:avLst/>
          </a:prstGeom>
          <a:solidFill>
            <a:srgbClr val="27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700784"/>
            <a:ext cx="504748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2000" b="1">
                <a:solidFill>
                  <a:srgbClr val="0F1B2D"/>
                </a:solidFill>
              </a:defRPr>
            </a:pPr>
            <a:r>
              <a:t>THE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21408"/>
            <a:ext cx="5047488" cy="3611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64748B"/>
                </a:solidFill>
              </a:defRPr>
            </a:pPr>
            <a:r>
              <a:t>The Gym &amp; Fitness Club Management System is an integrated platform that brings major fitness-center activities into one place.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72768"/>
            <a:ext cx="5120640" cy="41605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92332"/>
                </a:solidFill>
              </a:defRPr>
            </a:pPr>
            <a:r>
              <a:t>• Membership management and plan renewal</a:t>
            </a:r>
          </a:p>
          <a:p>
            <a:pPr>
              <a:spcAft>
                <a:spcPts val="900"/>
              </a:spcAft>
              <a:defRPr sz="1500">
                <a:solidFill>
                  <a:srgbClr val="192332"/>
                </a:solidFill>
              </a:defRPr>
            </a:pPr>
            <a:r>
              <a:t>• QR-based attendance and digital records</a:t>
            </a:r>
          </a:p>
          <a:p>
            <a:pPr>
              <a:spcAft>
                <a:spcPts val="900"/>
              </a:spcAft>
              <a:defRPr sz="1500">
                <a:solidFill>
                  <a:srgbClr val="192332"/>
                </a:solidFill>
              </a:defRPr>
            </a:pPr>
            <a:r>
              <a:t>• Trainer and class scheduling</a:t>
            </a:r>
          </a:p>
          <a:p>
            <a:pPr>
              <a:spcAft>
                <a:spcPts val="900"/>
              </a:spcAft>
              <a:defRPr sz="1500">
                <a:solidFill>
                  <a:srgbClr val="192332"/>
                </a:solidFill>
              </a:defRPr>
            </a:pPr>
            <a:r>
              <a:t>• Personalized workout and diet plans</a:t>
            </a:r>
          </a:p>
          <a:p>
            <a:pPr>
              <a:spcAft>
                <a:spcPts val="900"/>
              </a:spcAft>
              <a:defRPr sz="1500">
                <a:solidFill>
                  <a:srgbClr val="192332"/>
                </a:solidFill>
              </a:defRPr>
            </a:pPr>
            <a:r>
              <a:t>• Online payments using Razorpay</a:t>
            </a:r>
          </a:p>
          <a:p>
            <a:pPr>
              <a:spcAft>
                <a:spcPts val="900"/>
              </a:spcAft>
              <a:defRPr sz="1500">
                <a:solidFill>
                  <a:srgbClr val="192332"/>
                </a:solidFill>
              </a:defRPr>
            </a:pPr>
            <a:r>
              <a:t>• Fitness progress tracking</a:t>
            </a:r>
          </a:p>
          <a:p>
            <a:pPr>
              <a:spcAft>
                <a:spcPts val="900"/>
              </a:spcAft>
              <a:defRPr sz="1500">
                <a:solidFill>
                  <a:srgbClr val="192332"/>
                </a:solidFill>
              </a:defRPr>
            </a:pPr>
            <a:r>
              <a:t>• Role-based access for administrators, trainers and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Gym &amp; Fitness Club Management System   •   Expo Presentation   •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5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881360" cy="59436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2800" b="1">
                <a:solidFill>
                  <a:srgbClr val="0F1B2D"/>
                </a:solidFill>
              </a:defRPr>
            </a:pPr>
            <a:r>
              <a:t>02  | 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698480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Why a centralized platform is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12080" cy="1783080"/>
          </a:xfrm>
          <a:prstGeom prst="roundRect">
            <a:avLst/>
          </a:prstGeom>
          <a:solidFill>
            <a:srgbClr val="EEE8FA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64008" cy="1783080"/>
          </a:xfrm>
          <a:prstGeom prst="rect">
            <a:avLst/>
          </a:prstGeom>
          <a:solidFill>
            <a:srgbClr val="75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55063"/>
            <a:ext cx="486460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700" b="1">
                <a:solidFill>
                  <a:srgbClr val="0F1B2D"/>
                </a:solidFill>
              </a:defRPr>
            </a:pPr>
            <a:r>
              <a:t>Fragmented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4864608" cy="10972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64748B"/>
                </a:solidFill>
              </a:defRPr>
            </a:pPr>
            <a:r>
              <a:t>Members, plans, attendance and payments may be maintained separately.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08760"/>
            <a:ext cx="5212080" cy="1783080"/>
          </a:xfrm>
          <a:prstGeom prst="roundRect">
            <a:avLst/>
          </a:prstGeom>
          <a:solidFill>
            <a:srgbClr val="E2EFFC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508760"/>
            <a:ext cx="64008" cy="1783080"/>
          </a:xfrm>
          <a:prstGeom prst="rect">
            <a:avLst/>
          </a:prstGeom>
          <a:solidFill>
            <a:srgbClr val="27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1655063"/>
            <a:ext cx="486460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700" b="1">
                <a:solidFill>
                  <a:srgbClr val="0F1B2D"/>
                </a:solidFill>
              </a:defRPr>
            </a:pPr>
            <a:r>
              <a:t>Manual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075688"/>
            <a:ext cx="4864608" cy="10972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64748B"/>
                </a:solidFill>
              </a:defRPr>
            </a:pPr>
            <a:r>
              <a:t>Registers, spreadsheets and paper records increase administrative effort.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5212080" cy="1783080"/>
          </a:xfrm>
          <a:prstGeom prst="roundRect">
            <a:avLst/>
          </a:prstGeom>
          <a:solidFill>
            <a:srgbClr val="E2F7F9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657600"/>
            <a:ext cx="64008" cy="1783080"/>
          </a:xfrm>
          <a:prstGeom prst="rect">
            <a:avLst/>
          </a:prstGeom>
          <a:solidFill>
            <a:srgbClr val="3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803904"/>
            <a:ext cx="486460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700" b="1">
                <a:solidFill>
                  <a:srgbClr val="0F1B2D"/>
                </a:solidFill>
              </a:defRPr>
            </a:pPr>
            <a:r>
              <a:t>Limited Coordination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224528"/>
            <a:ext cx="4864608" cy="10972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64748B"/>
                </a:solidFill>
              </a:defRPr>
            </a:pPr>
            <a:r>
              <a:t>Information sharing between members, trainers and administrators is difficult.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657600"/>
            <a:ext cx="5212080" cy="1783080"/>
          </a:xfrm>
          <a:prstGeom prst="roundRect">
            <a:avLst/>
          </a:prstGeom>
          <a:solidFill>
            <a:srgbClr val="E2F5EC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3657600"/>
            <a:ext cx="64008" cy="1783080"/>
          </a:xfrm>
          <a:prstGeom prst="rect">
            <a:avLst/>
          </a:prstGeom>
          <a:solidFill>
            <a:srgbClr val="32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3803904"/>
            <a:ext cx="486460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700" b="1">
                <a:solidFill>
                  <a:srgbClr val="0F1B2D"/>
                </a:solidFill>
              </a:defRPr>
            </a:pPr>
            <a:r>
              <a:t>Progress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4224528"/>
            <a:ext cx="4864608" cy="10972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64748B"/>
                </a:solidFill>
              </a:defRPr>
            </a:pPr>
            <a:r>
              <a:t>Workout changes and fitness development are harder to monitor consistently.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Gym &amp; Fitness Club Management System   •   Expo Presentation   •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881360" cy="59436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2800" b="1">
                <a:solidFill>
                  <a:srgbClr val="0F1B2D"/>
                </a:solidFill>
              </a:defRPr>
            </a:pPr>
            <a:r>
              <a:t>03  |  Existing vs Proposed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698480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Moving from disconnected processes to one digital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57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64008" cy="4389120"/>
          </a:xfrm>
          <a:prstGeom prst="rect">
            <a:avLst/>
          </a:prstGeom>
          <a:solidFill>
            <a:srgbClr val="75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55063"/>
            <a:ext cx="491032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800" b="1">
                <a:solidFill>
                  <a:srgbClr val="0F1B2D"/>
                </a:solidFill>
              </a:defRPr>
            </a:pPr>
            <a:r>
              <a:t>EXISTING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4910328" cy="37033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• Manual records and spreadsheets</a:t>
            </a:r>
            <a:br/>
            <a:r>
              <a:t>• Separate membership and payment tracking</a:t>
            </a:r>
            <a:br/>
            <a:r>
              <a:t>• Register/basic digital attendance</a:t>
            </a:r>
            <a:br/>
            <a:r>
              <a:t>• Paper or direct trainer communication</a:t>
            </a:r>
            <a:br/>
            <a:r>
              <a:t>• Difficult progress monitoring</a:t>
            </a:r>
            <a:br/>
            <a:r>
              <a:t>• More manual effort and possible data errors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257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64008" cy="4389120"/>
          </a:xfrm>
          <a:prstGeom prst="rect">
            <a:avLst/>
          </a:prstGeom>
          <a:solidFill>
            <a:srgbClr val="32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655063"/>
            <a:ext cx="491032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800" b="1">
                <a:solidFill>
                  <a:srgbClr val="0F1B2D"/>
                </a:solidFill>
              </a:defRPr>
            </a:pPr>
            <a:r>
              <a:t>PROPOSED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075688"/>
            <a:ext cx="4910328" cy="37033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• Centralized member and membership management</a:t>
            </a:r>
            <a:br/>
            <a:r>
              <a:t>• Digital renewals and payment records</a:t>
            </a:r>
            <a:br/>
            <a:r>
              <a:t>• QR-based attendance + Face Recognition</a:t>
            </a:r>
            <a:br/>
            <a:r>
              <a:t>• Trainer, workout and diet management</a:t>
            </a:r>
            <a:br/>
            <a:r>
              <a:t>• Fitness progress tracking</a:t>
            </a:r>
            <a:br/>
            <a:r>
              <a:t>• Common platform for all major gym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Gym &amp; Fitness Club Management System   •   Expo Presentation   •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881360" cy="59436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2800" b="1">
                <a:solidFill>
                  <a:srgbClr val="0F1B2D"/>
                </a:solidFill>
              </a:defRPr>
            </a:pPr>
            <a:r>
              <a:t>04  | 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698480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Core goals of the proposed system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417320"/>
            <a:ext cx="384048" cy="384048"/>
          </a:xfrm>
          <a:prstGeom prst="ellipse">
            <a:avLst/>
          </a:prstGeom>
          <a:solidFill>
            <a:srgbClr val="3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53896"/>
            <a:ext cx="384048" cy="2743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99032"/>
            <a:ext cx="996696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600">
                <a:solidFill>
                  <a:srgbClr val="192332"/>
                </a:solidFill>
              </a:defRPr>
            </a:pPr>
            <a:r>
              <a:t>Centralize major fitness-club activities in one platform.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167128"/>
            <a:ext cx="384048" cy="384048"/>
          </a:xfrm>
          <a:prstGeom prst="ellipse">
            <a:avLst/>
          </a:prstGeom>
          <a:solidFill>
            <a:srgbClr val="3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203704"/>
            <a:ext cx="384048" cy="2743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48840"/>
            <a:ext cx="996696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600">
                <a:solidFill>
                  <a:srgbClr val="192332"/>
                </a:solidFill>
              </a:defRPr>
            </a:pPr>
            <a:r>
              <a:t>Simplify membership, renewals, attendance and payment management.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916936"/>
            <a:ext cx="384048" cy="384048"/>
          </a:xfrm>
          <a:prstGeom prst="ellipse">
            <a:avLst/>
          </a:prstGeom>
          <a:solidFill>
            <a:srgbClr val="3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953512"/>
            <a:ext cx="384048" cy="2743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898648"/>
            <a:ext cx="996696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600">
                <a:solidFill>
                  <a:srgbClr val="192332"/>
                </a:solidFill>
              </a:defRPr>
            </a:pPr>
            <a:r>
              <a:t>Enable trainers to manage personalized workout and diet plans.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666744"/>
            <a:ext cx="384048" cy="384048"/>
          </a:xfrm>
          <a:prstGeom prst="ellipse">
            <a:avLst/>
          </a:prstGeom>
          <a:solidFill>
            <a:srgbClr val="3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384048" cy="2743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648456"/>
            <a:ext cx="996696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600">
                <a:solidFill>
                  <a:srgbClr val="192332"/>
                </a:solidFill>
              </a:defRPr>
            </a:pPr>
            <a:r>
              <a:t>Allow members to access fitness information and monitor progress.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416552"/>
            <a:ext cx="384048" cy="384048"/>
          </a:xfrm>
          <a:prstGeom prst="ellipse">
            <a:avLst/>
          </a:prstGeom>
          <a:solidFill>
            <a:srgbClr val="3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453128"/>
            <a:ext cx="384048" cy="2743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8264"/>
            <a:ext cx="996696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600">
                <a:solidFill>
                  <a:srgbClr val="192332"/>
                </a:solidFill>
              </a:defRPr>
            </a:pPr>
            <a:r>
              <a:t>Reduce paperwork, repetitive manual work and data-entry errors.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5166359"/>
            <a:ext cx="384048" cy="384048"/>
          </a:xfrm>
          <a:prstGeom prst="ellipse">
            <a:avLst/>
          </a:prstGeom>
          <a:solidFill>
            <a:srgbClr val="3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202936"/>
            <a:ext cx="384048" cy="2743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48072"/>
            <a:ext cx="996696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600">
                <a:solidFill>
                  <a:srgbClr val="192332"/>
                </a:solidFill>
              </a:defRPr>
            </a:pPr>
            <a:r>
              <a:t>Improve accessibility, coordination and accuracy of gym information.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Gym &amp; Fitness Club Management System   •   Expo Presentation   •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881360" cy="59436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2800" b="1">
                <a:solidFill>
                  <a:srgbClr val="0F1B2D"/>
                </a:solidFill>
              </a:defRPr>
            </a:pPr>
            <a:r>
              <a:t>05  |  Main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698480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Functional areas of the Gym &amp; Fitness Club Management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5204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4008" cy="1207008"/>
          </a:xfrm>
          <a:prstGeom prst="rect">
            <a:avLst/>
          </a:prstGeom>
          <a:solidFill>
            <a:srgbClr val="27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563624"/>
            <a:ext cx="317296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350" b="1">
                <a:solidFill>
                  <a:srgbClr val="0F1B2D"/>
                </a:solidFill>
              </a:defRPr>
            </a:pPr>
            <a: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84248"/>
            <a:ext cx="3172968" cy="52120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Members, trainers, plans, payments and gym operations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417320"/>
            <a:ext cx="35204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16552" y="1417320"/>
            <a:ext cx="64008" cy="1207008"/>
          </a:xfrm>
          <a:prstGeom prst="rect">
            <a:avLst/>
          </a:prstGeom>
          <a:solidFill>
            <a:srgbClr val="3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563624"/>
            <a:ext cx="317296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350" b="1">
                <a:solidFill>
                  <a:srgbClr val="0F1B2D"/>
                </a:solidFill>
              </a:defRPr>
            </a:pPr>
            <a:r>
              <a:t>MEMBER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84248"/>
            <a:ext cx="3172968" cy="52120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Membership, attendance, payments, plans and progress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8744" y="1417320"/>
            <a:ext cx="35204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38744" y="1417320"/>
            <a:ext cx="64008" cy="1207008"/>
          </a:xfrm>
          <a:prstGeom prst="rect">
            <a:avLst/>
          </a:prstGeom>
          <a:solidFill>
            <a:srgbClr val="32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9912" y="1563624"/>
            <a:ext cx="317296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350" b="1">
                <a:solidFill>
                  <a:srgbClr val="0F1B2D"/>
                </a:solidFill>
              </a:defRPr>
            </a:pPr>
            <a:r>
              <a:t>TRAINER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1984248"/>
            <a:ext cx="3172968" cy="52120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Members, workout/diet plans and schedules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926080"/>
            <a:ext cx="35204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2926080"/>
            <a:ext cx="64008" cy="1207008"/>
          </a:xfrm>
          <a:prstGeom prst="rect">
            <a:avLst/>
          </a:prstGeom>
          <a:solidFill>
            <a:srgbClr val="75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3072384"/>
            <a:ext cx="317296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350" b="1">
                <a:solidFill>
                  <a:srgbClr val="0F1B2D"/>
                </a:solidFill>
              </a:defRPr>
            </a:pPr>
            <a:r>
              <a:t>MEMBERSHIP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493008"/>
            <a:ext cx="3172968" cy="52120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Plans, subscriptions and renewals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2926080"/>
            <a:ext cx="35204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16552" y="2926080"/>
            <a:ext cx="64008" cy="1207008"/>
          </a:xfrm>
          <a:prstGeom prst="rect">
            <a:avLst/>
          </a:prstGeom>
          <a:solidFill>
            <a:srgbClr val="27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3072384"/>
            <a:ext cx="317296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350" b="1">
                <a:solidFill>
                  <a:srgbClr val="0F1B2D"/>
                </a:solidFill>
              </a:defRPr>
            </a:pPr>
            <a:r>
              <a:t>ATTENDANCE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493008"/>
            <a:ext cx="3172968" cy="52120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QR-based digital attendance + Face Recognition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38744" y="2926080"/>
            <a:ext cx="35204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38744" y="2926080"/>
            <a:ext cx="64008" cy="1207008"/>
          </a:xfrm>
          <a:prstGeom prst="rect">
            <a:avLst/>
          </a:prstGeom>
          <a:solidFill>
            <a:srgbClr val="32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39912" y="3072384"/>
            <a:ext cx="317296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350" b="1">
                <a:solidFill>
                  <a:srgbClr val="0F1B2D"/>
                </a:solidFill>
              </a:defRPr>
            </a:pPr>
            <a:r>
              <a:t>PAYMENT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3493008"/>
            <a:ext cx="3172968" cy="52120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Online payments and dues using Razorpay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434840"/>
            <a:ext cx="35204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360" y="4434840"/>
            <a:ext cx="64008" cy="1207008"/>
          </a:xfrm>
          <a:prstGeom prst="rect">
            <a:avLst/>
          </a:prstGeom>
          <a:solidFill>
            <a:srgbClr val="75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5528" y="4581144"/>
            <a:ext cx="317296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350" b="1">
                <a:solidFill>
                  <a:srgbClr val="0F1B2D"/>
                </a:solidFill>
              </a:defRPr>
            </a:pPr>
            <a:r>
              <a:t>WORKOUT &amp; DIET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" y="5001768"/>
            <a:ext cx="3172968" cy="52120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Personalized fitness and diet plans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16552" y="4434840"/>
            <a:ext cx="35204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416552" y="4434840"/>
            <a:ext cx="64008" cy="1207008"/>
          </a:xfrm>
          <a:prstGeom prst="rect">
            <a:avLst/>
          </a:prstGeom>
          <a:solidFill>
            <a:srgbClr val="3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17720" y="4581144"/>
            <a:ext cx="317296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350" b="1">
                <a:solidFill>
                  <a:srgbClr val="0F1B2D"/>
                </a:solidFill>
              </a:defRPr>
            </a:pPr>
            <a:r>
              <a:t>SCHEDULE &amp; CLASS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5001768"/>
            <a:ext cx="3172968" cy="52120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Trainer availability and class scheduling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38744" y="4434840"/>
            <a:ext cx="35204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38744" y="4434840"/>
            <a:ext cx="64008" cy="1207008"/>
          </a:xfrm>
          <a:prstGeom prst="rect">
            <a:avLst/>
          </a:prstGeom>
          <a:solidFill>
            <a:srgbClr val="27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39912" y="4581144"/>
            <a:ext cx="317296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350" b="1">
                <a:solidFill>
                  <a:srgbClr val="0F1B2D"/>
                </a:solidFill>
              </a:defRPr>
            </a:pPr>
            <a:r>
              <a:t>PROGRESS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9912" y="5001768"/>
            <a:ext cx="3172968" cy="52120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Fitness development and progress records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Gym &amp; Fitness Club Management System   •   Expo Presentation   •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5448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5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881360" cy="59436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2800" b="1">
                <a:solidFill>
                  <a:srgbClr val="0F1B2D"/>
                </a:solidFill>
              </a:defRPr>
            </a:pPr>
            <a:r>
              <a:t>06  |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698480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High-level flow of the proposed software system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Gym &amp; Fitness Club Management System   •   Expo Presentation   •   7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516219F0-C510-B07F-1139-1E86DED70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663" y="1316736"/>
            <a:ext cx="7609886" cy="50732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881360" cy="59436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2800" b="1">
                <a:solidFill>
                  <a:srgbClr val="0F1B2D"/>
                </a:solidFill>
              </a:defRPr>
            </a:pPr>
            <a:r>
              <a:t>07  |  Key User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698480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How the major activities connect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64008" cy="1170432"/>
          </a:xfrm>
          <a:prstGeom prst="rect">
            <a:avLst/>
          </a:prstGeom>
          <a:solidFill>
            <a:srgbClr val="27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55063"/>
            <a:ext cx="1044244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500" b="1">
                <a:solidFill>
                  <a:srgbClr val="0F1B2D"/>
                </a:solidFill>
              </a:defRPr>
            </a:pPr>
            <a:r>
              <a:t>Member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10442448" cy="4846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Register / Login → Select Membership → Pay → Mark Attendance → Follow Workout/Diet Plan → Track Progress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17520"/>
            <a:ext cx="10789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3017520"/>
            <a:ext cx="64008" cy="1170432"/>
          </a:xfrm>
          <a:prstGeom prst="rect">
            <a:avLst/>
          </a:prstGeom>
          <a:solidFill>
            <a:srgbClr val="32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3163824"/>
            <a:ext cx="1044244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500" b="1">
                <a:solidFill>
                  <a:srgbClr val="0F1B2D"/>
                </a:solidFill>
              </a:defRPr>
            </a:pPr>
            <a:r>
              <a:t>Trainer 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584448"/>
            <a:ext cx="10442448" cy="4846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Login → View Members → Create Workout/Diet Plan → Manage Schedule → Monitor Progress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26279"/>
            <a:ext cx="10789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4526279"/>
            <a:ext cx="64008" cy="1170432"/>
          </a:xfrm>
          <a:prstGeom prst="rect">
            <a:avLst/>
          </a:prstGeom>
          <a:solidFill>
            <a:srgbClr val="75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4672583"/>
            <a:ext cx="1044244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500" b="1">
                <a:solidFill>
                  <a:srgbClr val="0F1B2D"/>
                </a:solidFill>
              </a:defRPr>
            </a:pPr>
            <a:r>
              <a:t>Admin Journey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093207"/>
            <a:ext cx="10442448" cy="4846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Login → Manage Members &amp; Trainers → Manage Plans → Monitor Payments &amp; Attendance → Control Gym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Gym &amp; Fitness Club Management System   •   Expo Presentation   •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881360" cy="59436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2800" b="1">
                <a:solidFill>
                  <a:srgbClr val="0F1B2D"/>
                </a:solidFill>
              </a:defRPr>
            </a:pPr>
            <a:r>
              <a:t>08  | 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698480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Tools and technologies specified for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566160" cy="1600200"/>
          </a:xfrm>
          <a:prstGeom prst="roundRect">
            <a:avLst/>
          </a:prstGeom>
          <a:solidFill>
            <a:srgbClr val="E2EFFC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64008" cy="1600200"/>
          </a:xfrm>
          <a:prstGeom prst="rect">
            <a:avLst/>
          </a:prstGeom>
          <a:solidFill>
            <a:srgbClr val="27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609344"/>
            <a:ext cx="321868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500" b="1">
                <a:solidFill>
                  <a:srgbClr val="0F1B2D"/>
                </a:solidFill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29968"/>
            <a:ext cx="3218688" cy="9144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64748B"/>
                </a:solidFill>
              </a:defRPr>
            </a:pPr>
            <a:r>
              <a:t>React.js</a:t>
            </a:r>
            <a:br/>
            <a:r>
              <a:t>User interface and interactive screens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63040"/>
            <a:ext cx="3566160" cy="1600200"/>
          </a:xfrm>
          <a:prstGeom prst="roundRect">
            <a:avLst/>
          </a:prstGeom>
          <a:solidFill>
            <a:srgbClr val="E2F5EC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463040"/>
            <a:ext cx="64008" cy="1600200"/>
          </a:xfrm>
          <a:prstGeom prst="rect">
            <a:avLst/>
          </a:prstGeom>
          <a:solidFill>
            <a:srgbClr val="32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609344"/>
            <a:ext cx="321868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500" b="1">
                <a:solidFill>
                  <a:srgbClr val="0F1B2D"/>
                </a:solidFill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029968"/>
            <a:ext cx="3218688" cy="9144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64748B"/>
                </a:solidFill>
              </a:defRPr>
            </a:pPr>
            <a:r>
              <a:t>Node.js</a:t>
            </a:r>
            <a:br/>
            <a:r>
              <a:t>Server-side runtime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63040"/>
            <a:ext cx="3566160" cy="1600200"/>
          </a:xfrm>
          <a:prstGeom prst="roundRect">
            <a:avLst/>
          </a:prstGeom>
          <a:solidFill>
            <a:srgbClr val="E2F7F9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1463040"/>
            <a:ext cx="64008" cy="1600200"/>
          </a:xfrm>
          <a:prstGeom prst="rect">
            <a:avLst/>
          </a:prstGeom>
          <a:solidFill>
            <a:srgbClr val="3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22208" y="1609344"/>
            <a:ext cx="321868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500" b="1">
                <a:solidFill>
                  <a:srgbClr val="0F1B2D"/>
                </a:solidFill>
              </a:defRPr>
            </a:pPr>
            <a:r>
              <a:t>API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029968"/>
            <a:ext cx="3218688" cy="9144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64748B"/>
                </a:solidFill>
              </a:defRPr>
            </a:pPr>
            <a:r>
              <a:t>Express.js</a:t>
            </a:r>
            <a:br/>
            <a:r>
              <a:t>API and server operations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29000"/>
            <a:ext cx="3566160" cy="1600200"/>
          </a:xfrm>
          <a:prstGeom prst="roundRect">
            <a:avLst/>
          </a:prstGeom>
          <a:solidFill>
            <a:srgbClr val="EEE8FA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429000"/>
            <a:ext cx="64008" cy="1600200"/>
          </a:xfrm>
          <a:prstGeom prst="rect">
            <a:avLst/>
          </a:prstGeom>
          <a:solidFill>
            <a:srgbClr val="75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3575304"/>
            <a:ext cx="321868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500" b="1">
                <a:solidFill>
                  <a:srgbClr val="0F1B2D"/>
                </a:solidFill>
              </a:defRPr>
            </a:pPr>
            <a: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3995928"/>
            <a:ext cx="3218688" cy="9144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64748B"/>
                </a:solidFill>
              </a:defRPr>
            </a:pPr>
            <a:r>
              <a:t>MySQL</a:t>
            </a:r>
            <a:br/>
            <a:r>
              <a:t>Data storage and management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429000"/>
            <a:ext cx="3566160" cy="1600200"/>
          </a:xfrm>
          <a:prstGeom prst="roundRect">
            <a:avLst/>
          </a:prstGeom>
          <a:solidFill>
            <a:srgbClr val="E2F5EC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3429000"/>
            <a:ext cx="64008" cy="1600200"/>
          </a:xfrm>
          <a:prstGeom prst="rect">
            <a:avLst/>
          </a:prstGeom>
          <a:solidFill>
            <a:srgbClr val="32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81728" y="3575304"/>
            <a:ext cx="321868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500" b="1">
                <a:solidFill>
                  <a:srgbClr val="0F1B2D"/>
                </a:solidFill>
              </a:defRPr>
            </a:pPr>
            <a:r>
              <a:t>Payment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3995928"/>
            <a:ext cx="3218688" cy="9144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64748B"/>
                </a:solidFill>
              </a:defRPr>
            </a:pPr>
            <a:r>
              <a:t>Razorpay</a:t>
            </a:r>
            <a:br/>
            <a:r>
              <a:t>Online payment integration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429000"/>
            <a:ext cx="3566160" cy="1600200"/>
          </a:xfrm>
          <a:prstGeom prst="roundRect">
            <a:avLst/>
          </a:prstGeom>
          <a:solidFill>
            <a:srgbClr val="E2EFFC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21040" y="3429000"/>
            <a:ext cx="64008" cy="1600200"/>
          </a:xfrm>
          <a:prstGeom prst="rect">
            <a:avLst/>
          </a:prstGeom>
          <a:solidFill>
            <a:srgbClr val="27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22208" y="3575304"/>
            <a:ext cx="321868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500" b="1">
                <a:solidFill>
                  <a:srgbClr val="0F1B2D"/>
                </a:solidFill>
              </a:defRPr>
            </a:pPr>
            <a:r>
              <a:t>Attendance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3995928"/>
            <a:ext cx="3218688" cy="9144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64748B"/>
                </a:solidFill>
              </a:defRPr>
            </a:pPr>
            <a:r>
              <a:t>QR Code + Face Recognition</a:t>
            </a:r>
            <a:br/>
            <a:r>
              <a:t>Digital attendance verification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Gym &amp; Fitness Club Management System   •   Expo Presentation   •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881360" cy="59436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2800" b="1">
                <a:solidFill>
                  <a:srgbClr val="0F1B2D"/>
                </a:solidFill>
              </a:defRPr>
            </a:pPr>
            <a:r>
              <a:t>09  |  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698480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Core entities used to organize gym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63040"/>
            <a:ext cx="2084831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64008" cy="1828800"/>
          </a:xfrm>
          <a:prstGeom prst="rect">
            <a:avLst/>
          </a:prstGeom>
          <a:solidFill>
            <a:srgbClr val="27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609344"/>
            <a:ext cx="1737360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150" b="1">
                <a:solidFill>
                  <a:srgbClr val="0F1B2D"/>
                </a:solidFill>
              </a:defRPr>
            </a:pPr>
            <a: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029968"/>
            <a:ext cx="1737360" cy="11430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Accounts, contact details and roles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463040"/>
            <a:ext cx="2084831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0" y="1463040"/>
            <a:ext cx="64008" cy="1828800"/>
          </a:xfrm>
          <a:prstGeom prst="rect">
            <a:avLst/>
          </a:prstGeom>
          <a:solidFill>
            <a:srgbClr val="3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44368" y="1609344"/>
            <a:ext cx="1737360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150" b="1">
                <a:solidFill>
                  <a:srgbClr val="0F1B2D"/>
                </a:solidFill>
              </a:defRPr>
            </a:pPr>
            <a:r>
              <a:t>Membership Plans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029968"/>
            <a:ext cx="1737360" cy="11430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Plan name, duration, price and benefits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463040"/>
            <a:ext cx="2084831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74920" y="1463040"/>
            <a:ext cx="64008" cy="1828800"/>
          </a:xfrm>
          <a:prstGeom prst="rect">
            <a:avLst/>
          </a:prstGeom>
          <a:solidFill>
            <a:srgbClr val="32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76088" y="1609344"/>
            <a:ext cx="1737360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150" b="1">
                <a:solidFill>
                  <a:srgbClr val="0F1B2D"/>
                </a:solidFill>
              </a:defRPr>
            </a:pPr>
            <a:r>
              <a:t>Members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2029968"/>
            <a:ext cx="1737360" cy="11430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Member profile and membership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463040"/>
            <a:ext cx="2084831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06640" y="1463040"/>
            <a:ext cx="64008" cy="1828800"/>
          </a:xfrm>
          <a:prstGeom prst="rect">
            <a:avLst/>
          </a:prstGeom>
          <a:solidFill>
            <a:srgbClr val="75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07808" y="1609344"/>
            <a:ext cx="1737360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150" b="1">
                <a:solidFill>
                  <a:srgbClr val="0F1B2D"/>
                </a:solidFill>
              </a:defRPr>
            </a:pPr>
            <a:r>
              <a:t>Payments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2029968"/>
            <a:ext cx="1737360" cy="11430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Amount, method, transaction and payment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59" y="1463040"/>
            <a:ext cx="2084831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738359" y="1463040"/>
            <a:ext cx="64008" cy="1828800"/>
          </a:xfrm>
          <a:prstGeom prst="rect">
            <a:avLst/>
          </a:prstGeom>
          <a:solidFill>
            <a:srgbClr val="27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39528" y="1609344"/>
            <a:ext cx="1737360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150" b="1">
                <a:solidFill>
                  <a:srgbClr val="0F1B2D"/>
                </a:solidFill>
              </a:defRPr>
            </a:pPr>
            <a:r>
              <a:t>Trainers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2029968"/>
            <a:ext cx="1737360" cy="11430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Trainer profile, specialization and availability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703320"/>
            <a:ext cx="2084831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" y="3703320"/>
            <a:ext cx="64008" cy="1828800"/>
          </a:xfrm>
          <a:prstGeom prst="rect">
            <a:avLst/>
          </a:prstGeom>
          <a:solidFill>
            <a:srgbClr val="3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3849624"/>
            <a:ext cx="1737360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150" b="1">
                <a:solidFill>
                  <a:srgbClr val="0F1B2D"/>
                </a:solidFill>
              </a:defRPr>
            </a:pPr>
            <a:r>
              <a:t>Workout Plans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4270248"/>
            <a:ext cx="1737360" cy="11430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Trainer-member fitness plan details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3703320"/>
            <a:ext cx="2084831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743200" y="3703320"/>
            <a:ext cx="64008" cy="1828800"/>
          </a:xfrm>
          <a:prstGeom prst="rect">
            <a:avLst/>
          </a:prstGeom>
          <a:solidFill>
            <a:srgbClr val="32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44368" y="3849624"/>
            <a:ext cx="1737360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150" b="1">
                <a:solidFill>
                  <a:srgbClr val="0F1B2D"/>
                </a:solidFill>
              </a:defRPr>
            </a:pPr>
            <a:r>
              <a:t>Attendance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44368" y="4270248"/>
            <a:ext cx="1737360" cy="11430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Member attendance, time, method and status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74920" y="3703320"/>
            <a:ext cx="2084831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74920" y="3703320"/>
            <a:ext cx="64008" cy="1828800"/>
          </a:xfrm>
          <a:prstGeom prst="rect">
            <a:avLst/>
          </a:prstGeom>
          <a:solidFill>
            <a:srgbClr val="75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76088" y="3849624"/>
            <a:ext cx="1737360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150" b="1">
                <a:solidFill>
                  <a:srgbClr val="0F1B2D"/>
                </a:solidFill>
              </a:defRPr>
            </a:pPr>
            <a:r>
              <a:t>Session Bookings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76088" y="4270248"/>
            <a:ext cx="1737360" cy="11430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Trainer/member sessions, date, time and location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06640" y="3703320"/>
            <a:ext cx="2084831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406640" y="3703320"/>
            <a:ext cx="64008" cy="1828800"/>
          </a:xfrm>
          <a:prstGeom prst="rect">
            <a:avLst/>
          </a:prstGeom>
          <a:solidFill>
            <a:srgbClr val="27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607808" y="3849624"/>
            <a:ext cx="1737360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150" b="1">
                <a:solidFill>
                  <a:srgbClr val="0F1B2D"/>
                </a:solidFill>
              </a:defRPr>
            </a:pPr>
            <a:r>
              <a:t>Progress Records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07808" y="4270248"/>
            <a:ext cx="1737360" cy="11430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Fitness measurements and progress notes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38359" y="3703320"/>
            <a:ext cx="2084831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738359" y="3703320"/>
            <a:ext cx="64008" cy="1828800"/>
          </a:xfrm>
          <a:prstGeom prst="rect">
            <a:avLst/>
          </a:prstGeom>
          <a:solidFill>
            <a:srgbClr val="3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939528" y="3849624"/>
            <a:ext cx="1737360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150" b="1">
                <a:solidFill>
                  <a:srgbClr val="0F1B2D"/>
                </a:solidFill>
              </a:defRPr>
            </a:pPr>
            <a:r>
              <a:t>QR / Face Recognition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39528" y="4270248"/>
            <a:ext cx="1737360" cy="11430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Attendance verification scan records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Gym &amp; Fitness Club Management System   •   Expo Presentation   •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5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881360" cy="533479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2800" b="1">
                <a:solidFill>
                  <a:srgbClr val="0F1B2D"/>
                </a:solidFill>
              </a:defRPr>
            </a:pPr>
            <a:r>
              <a:rPr dirty="0"/>
              <a:t>10  |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698480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What makes the project useful as a unified fitness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57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1280160"/>
          </a:xfrm>
          <a:prstGeom prst="rect">
            <a:avLst/>
          </a:prstGeom>
          <a:solidFill>
            <a:srgbClr val="27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63624"/>
            <a:ext cx="491032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500" b="1">
                <a:solidFill>
                  <a:srgbClr val="0F1B2D"/>
                </a:solidFill>
              </a:defRPr>
            </a:pPr>
            <a:r>
              <a:t>One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84248"/>
            <a:ext cx="4910328" cy="594359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64748B"/>
                </a:solidFill>
              </a:defRPr>
            </a:pPr>
            <a:r>
              <a:t>Connects administrators, trainers and members through a common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257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64008" cy="1280160"/>
          </a:xfrm>
          <a:prstGeom prst="rect">
            <a:avLst/>
          </a:prstGeom>
          <a:solidFill>
            <a:srgbClr val="3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563624"/>
            <a:ext cx="491032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500" b="1">
                <a:solidFill>
                  <a:srgbClr val="0F1B2D"/>
                </a:solidFill>
              </a:defRPr>
            </a:pPr>
            <a:r>
              <a:t>Digital Attendance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984248"/>
            <a:ext cx="4910328" cy="594359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64748B"/>
                </a:solidFill>
              </a:defRPr>
            </a:pPr>
            <a:r>
              <a:t>Uses QR-based attendance and Face Recognition for a more convenient process.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71800"/>
            <a:ext cx="5257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971800"/>
            <a:ext cx="64008" cy="1280160"/>
          </a:xfrm>
          <a:prstGeom prst="rect">
            <a:avLst/>
          </a:prstGeom>
          <a:solidFill>
            <a:srgbClr val="32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118104"/>
            <a:ext cx="491032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500" b="1">
                <a:solidFill>
                  <a:srgbClr val="0F1B2D"/>
                </a:solidFill>
              </a:defRPr>
            </a:pPr>
            <a:r>
              <a:t>Online Payments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538728"/>
            <a:ext cx="4910328" cy="594359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64748B"/>
                </a:solidFill>
              </a:defRPr>
            </a:pPr>
            <a:r>
              <a:t>Razorpay supports digital membership payment and dues management.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971800"/>
            <a:ext cx="5257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2971800"/>
            <a:ext cx="64008" cy="1280160"/>
          </a:xfrm>
          <a:prstGeom prst="rect">
            <a:avLst/>
          </a:prstGeom>
          <a:solidFill>
            <a:srgbClr val="75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7" y="3118104"/>
            <a:ext cx="491032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500" b="1">
                <a:solidFill>
                  <a:srgbClr val="0F1B2D"/>
                </a:solidFill>
              </a:defRPr>
            </a:pPr>
            <a:r>
              <a:t>Personalized Fitness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3538728"/>
            <a:ext cx="4910328" cy="594359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64748B"/>
                </a:solidFill>
              </a:defRPr>
            </a:pPr>
            <a:r>
              <a:t>Trainers can manage workout and diet plans for individual members.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526280"/>
            <a:ext cx="5257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4526280"/>
            <a:ext cx="64008" cy="1280160"/>
          </a:xfrm>
          <a:prstGeom prst="rect">
            <a:avLst/>
          </a:prstGeom>
          <a:solidFill>
            <a:srgbClr val="27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4672584"/>
            <a:ext cx="491032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500" b="1">
                <a:solidFill>
                  <a:srgbClr val="0F1B2D"/>
                </a:solidFill>
              </a:defRPr>
            </a:pPr>
            <a:r>
              <a:t>Progress Visibility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5093208"/>
            <a:ext cx="4910328" cy="594359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64748B"/>
                </a:solidFill>
              </a:defRPr>
            </a:pPr>
            <a:r>
              <a:t>Members can access fitness information and track development over time.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526280"/>
            <a:ext cx="5257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526280"/>
            <a:ext cx="64008" cy="1280160"/>
          </a:xfrm>
          <a:prstGeom prst="rect">
            <a:avLst/>
          </a:prstGeom>
          <a:solidFill>
            <a:srgbClr val="32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64807" y="4672584"/>
            <a:ext cx="491032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500" b="1">
                <a:solidFill>
                  <a:srgbClr val="0F1B2D"/>
                </a:solidFill>
              </a:defRPr>
            </a:pPr>
            <a:r>
              <a:t>Reduced Manual Effort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7" y="5093208"/>
            <a:ext cx="4910328" cy="594359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64748B"/>
                </a:solidFill>
              </a:defRPr>
            </a:pPr>
            <a:r>
              <a:t>Centralized records reduce paperwork and repeated administrative work.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Gym &amp; Fitness Club Management System   •   Expo Presentation   •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59436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11  |  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64008" cy="3566160"/>
          </a:xfrm>
          <a:prstGeom prst="rect">
            <a:avLst/>
          </a:prstGeom>
          <a:solidFill>
            <a:srgbClr val="27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655063"/>
            <a:ext cx="486460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800" b="1">
                <a:solidFill>
                  <a:srgbClr val="0F1B2D"/>
                </a:solidFill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75688"/>
            <a:ext cx="4864608" cy="288036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The proposed system provides a centralized and efficient digital environment for managing memberships, attendance, schedules, workout and diet plans, payments and fitness progress.</a:t>
            </a:r>
            <a:br/>
            <a:br/>
            <a:r>
              <a:t>It connects administrators, trainers and members while reducing manual work and improving accessibility and coordination.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508760"/>
            <a:ext cx="64008" cy="3566160"/>
          </a:xfrm>
          <a:prstGeom prst="rect">
            <a:avLst/>
          </a:prstGeom>
          <a:solidFill>
            <a:srgbClr val="32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655063"/>
            <a:ext cx="4864608" cy="3474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defRPr sz="1800" b="1">
                <a:solidFill>
                  <a:srgbClr val="0F1B2D"/>
                </a:solidFill>
              </a:defRPr>
            </a:pPr>
            <a: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075688"/>
            <a:ext cx="4864608" cy="288036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• Advanced fitness progress analysis</a:t>
            </a:r>
            <a:br/>
            <a:r>
              <a:t>• Enhanced trainer-member communication</a:t>
            </a:r>
            <a:br/>
            <a:r>
              <a:t>• Improved scheduling and notifications</a:t>
            </a:r>
            <a:br/>
            <a:r>
              <a:t>• Additional personalized fitness services</a:t>
            </a:r>
            <a:br/>
            <a:r>
              <a:t>• Broader member engagement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THANK YOU  •  QUESTIONS &amp;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Gym &amp; Fitness Club Management System   •   Expo Presentation   •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967</Words>
  <Application>Microsoft Office PowerPoint</Application>
  <PresentationFormat>Widescreen</PresentationFormat>
  <Paragraphs>145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Alluru Amulya</dc:creator>
  <cp:keywords/>
  <dc:description>generated using python-pptx</dc:description>
  <cp:lastModifiedBy>Alluru Amulya</cp:lastModifiedBy>
  <cp:revision>2</cp:revision>
  <dcterms:created xsi:type="dcterms:W3CDTF">2013-01-27T09:14:16Z</dcterms:created>
  <dcterms:modified xsi:type="dcterms:W3CDTF">2026-10-02T10:45:05Z</dcterms:modified>
  <cp:category/>
</cp:coreProperties>
</file>