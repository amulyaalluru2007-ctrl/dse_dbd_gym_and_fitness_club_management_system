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95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react.dev/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hyperlink" Target="https://www.rfc-editor.org/rfc/rfc7519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GYM &amp; FITNESS CLUB MANAGEMENT SYSTEM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[5]  |  Section: [S_7]  |  Members: [K. Bhavana – 2520030003.], [A. Amulya – 2520030032.], [M. Nihal – 2520030124.]  |  Guide: [Dr.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S.Spandana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system for managing gym members, memberships, trainers, payments, and attendance.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separate features for Admin, Member, and Trainer roles. Centralizes gym operations and improves accessibility, tracking, and management.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412" y="3865721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0126" y="4152900"/>
            <a:ext cx="46863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Manual gym management makes it difficult to efficiently handle members, memberships, payments, attendance, and trainer activities.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 1: Provide secure Admin, Member, and Trainer access.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 2: Manage members, trainers, memberships, and workout plans.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 3: Automate payment and attendance management.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Scope: Users: Admin, Member, Trainer Modules: Authentication, Membership, Payments, Attendance, Trainers, Workout &amp; Diet Plans, Admin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63322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615363"/>
              </p:ext>
            </p:extLst>
          </p:nvPr>
        </p:nvGraphicFramePr>
        <p:xfrm>
          <a:off x="478409" y="6629400"/>
          <a:ext cx="4617720" cy="25450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Member Management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Manual Records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Digital management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Attendance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Manual entry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ea typeface="Calibri" charset="0"/>
                          <a:cs typeface="Times New Roman" panose="02020603050405020304" pitchFamily="18" charset="0"/>
                        </a:rPr>
                        <a:t>QR-based &amp; Facial recognition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Membership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ea typeface="Calibri" charset="0"/>
                          <a:cs typeface="Times New Roman" panose="02020603050405020304" pitchFamily="18" charset="0"/>
                        </a:rPr>
                        <a:t>Paper/manual tracking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Digital membership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Workout plans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Manual communication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Centralized workout &amp; diet plans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Limitation / Gap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Time-consuming &amp; difficult to track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Automated and centralized system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638294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React.js, Node.js, Express.js and MySQL are available and suitable.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Uses open-source technologies with low implementation cost.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Simple web interface for Admin, Members and Trainers.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Can be developed and tested within the semester timeline.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React.js, HTML, CSS, JavaScript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Node.js, Express.js, REST APIs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QR Code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Development: VS Code, Git/GitHub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Postman, Browser Developer Tools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role-based access for Admin, Member and Trainer.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connect the React frontend with the Node.js backend. MySQL stores and manages application data.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centralized web-based Gym &amp; Fitness Club Management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System.Simplifies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member, membership, trainer, payment and attendance management.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access and digital gym services.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6884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members and trainers.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personalized workout and diet recommendations.</a:t>
            </a: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fitness progress analytics.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9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– A JavaScript Library for Building User Interfaces,” Meta, 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https://react.dev/ </a:t>
            </a:r>
            <a:r>
              <a:rPr lang="en-US" sz="9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[2 ]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Documentation, “MySQL 8.0 Reference Manual,” Oracle, https://dev.mysql.com/doc/ </a:t>
            </a:r>
            <a:r>
              <a:rPr lang="en-US" sz="9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Jones, J. Bradley and N. </a:t>
            </a:r>
            <a:r>
              <a:rPr lang="en-IN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Sakimura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“JSON Web Token (JWT),” RFC 7519, IETF, 2015, 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https://www.rfc-editor.org/rfc/rfc7519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7" name="Picture 46" descr="EC - Best Private University in Telangana &amp; Andhra Pradesh ...">
            <a:extLst>
              <a:ext uri="{FF2B5EF4-FFF2-40B4-BE49-F238E27FC236}">
                <a16:creationId xmlns:a16="http://schemas.microsoft.com/office/drawing/2014/main" id="{0854CFA8-5B26-1BBE-EA85-47B0E3F1B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61" y="622458"/>
            <a:ext cx="1201357" cy="5891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AD33661-01C3-0059-EC95-945861881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274" y="7863602"/>
            <a:ext cx="4569714" cy="191471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5FE61B5-70A6-FBCC-3F8E-84C1A08C1B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274" y="4983242"/>
            <a:ext cx="4628562" cy="215771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02C8F1D-487C-5E95-2002-23DD58A467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1274" y="10515600"/>
            <a:ext cx="2240046" cy="178308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19A72E8-E6BD-B12C-1403-AE5670CC8C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4712" y="10515600"/>
            <a:ext cx="2214298" cy="178307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E94BC0B-B526-B8F2-F4D1-732005985E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5188" y="14264641"/>
            <a:ext cx="861962" cy="822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558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Alluru Amulya</cp:lastModifiedBy>
  <cp:revision>2</cp:revision>
  <dcterms:created xsi:type="dcterms:W3CDTF">2026-09-28T08:11:17Z</dcterms:created>
  <dcterms:modified xsi:type="dcterms:W3CDTF">2026-10-01T16:02:59Z</dcterms:modified>
</cp:coreProperties>
</file>